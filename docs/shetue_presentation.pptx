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Shetue Command Center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Personal OS + Business ERP + AI Brain + Control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System. Total Control.</a:t>
            </a:r>
          </a:p>
          <a:p>
            <a:r>
              <a:t>Centralize life, business, and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(App)</a:t>
            </a:r>
          </a:p>
          <a:p>
            <a:r>
              <a:t>Backend (Node.js)</a:t>
            </a:r>
          </a:p>
          <a:p>
            <a:r>
              <a:t>Automation (n8n)</a:t>
            </a:r>
          </a:p>
          <a:p>
            <a:r>
              <a:t>Database (Notion)</a:t>
            </a:r>
          </a:p>
          <a:p>
            <a:r>
              <a:t>AI (Gemini)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</a:t>
            </a:r>
          </a:p>
          <a:p>
            <a:r>
              <a:t>Finance</a:t>
            </a:r>
          </a:p>
          <a:p>
            <a:r>
              <a:t>Security</a:t>
            </a:r>
          </a:p>
          <a:p>
            <a:r>
              <a:t>Health</a:t>
            </a:r>
          </a:p>
          <a:p>
            <a:r>
              <a:t>Tasks</a:t>
            </a:r>
          </a:p>
          <a:p>
            <a:r>
              <a:t>Political (Future)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Notion → API → App → AI → Automation → Decision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/ AI Studio</a:t>
            </a:r>
          </a:p>
          <a:p>
            <a:r>
              <a:t>Node.js</a:t>
            </a:r>
          </a:p>
          <a:p>
            <a:r>
              <a:t>Notion API</a:t>
            </a:r>
          </a:p>
          <a:p>
            <a:r>
              <a:t>n8n</a:t>
            </a:r>
          </a:p>
          <a:p>
            <a:r>
              <a:t>Gemini AI</a:t>
            </a:r>
          </a:p>
          <a:p>
            <a:r>
              <a:t>Hostinger VPS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Daily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Morning: Dashboard</a:t>
            </a:r>
          </a:p>
          <a:p>
            <a:r>
              <a:t>Day: Data Entry</a:t>
            </a:r>
          </a:p>
          <a:p>
            <a:r>
              <a:t>Night: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</a:t>
            </a:r>
          </a:p>
          <a:p>
            <a:r>
              <a:t>AI Insights</a:t>
            </a:r>
          </a:p>
          <a:p>
            <a:r>
              <a:t>WhatsApp Alerts</a:t>
            </a:r>
          </a:p>
          <a:p>
            <a:r>
              <a:t>Team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are not using tools.</a:t>
            </a:r>
          </a:p>
          <a:p>
            <a:r>
              <a:t>You are building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